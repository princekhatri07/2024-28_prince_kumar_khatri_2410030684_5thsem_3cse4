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1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EAB2A"/>
                </a:solidFill>
              </a:defRPr>
            </a:pPr>
            <a:r>
              <a:t>IILM UNIVERSITY, GREATER NOIDA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INTERNSHIP REPORT</a:t>
            </a:r>
            <a:br/>
            <a:r>
              <a:t>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Google Cloud Generative AI</a:t>
            </a:r>
          </a:p>
          <a:p>
            <a:pPr>
              <a:defRPr sz="1600">
                <a:solidFill>
                  <a:srgbClr val="DCE1EB"/>
                </a:solidFill>
              </a:defRPr>
            </a:pPr>
            <a:r>
              <a:t>AICTE – EduSkills Virtual Internship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EAB2A"/>
                </a:solidFill>
              </a:defRPr>
            </a:pPr>
            <a:r>
              <a:t>Prince Kumar Khatri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Roll No. 2410030684  |  B.Tech CSE  |  Batch 2024–2028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Internship Duration: April –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EAB2A"/>
                </a:solidFill>
              </a:defRPr>
            </a:pPr>
            <a:r>
              <a:t>ABOUT THE STUDENT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834"/>
                </a:solidFill>
              </a:defRPr>
            </a:pPr>
            <a:r>
              <a:t>Candidate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73152" cy="96012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4892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Prince Kumar Khatri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743200"/>
            <a:ext cx="73152" cy="96012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077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Roll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01568"/>
            <a:ext cx="4892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2410030684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4048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840480"/>
            <a:ext cx="73152" cy="96012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Programme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4892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B.Tech – Computer Science &amp; Engineering | Batch 2024–2028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73152" cy="96012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81051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Institute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04288"/>
            <a:ext cx="4892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IILM University, Greater Noida, U.P.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74320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73152" cy="96012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290779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Internship 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01568"/>
            <a:ext cx="4892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Google Cloud Generative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80"/>
            <a:ext cx="5303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3840480"/>
            <a:ext cx="73152" cy="96012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0050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98848"/>
            <a:ext cx="48920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8 Weeks | April –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EAB2A"/>
                </a:solidFill>
              </a:defRPr>
            </a:pPr>
            <a:r>
              <a:t>ABOUT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834"/>
                </a:solidFill>
              </a:defRPr>
            </a:pPr>
            <a:r>
              <a:t>EduSkills, AICTE &amp; Google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The supplied offer letter identifies an 8-week AICTE–EduSkills Virtual Internship Program.</a:t>
            </a:r>
          </a:p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The internship domain is Google Cloud Generative AI.</a:t>
            </a:r>
          </a:p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The program is conducted under the patronage of AICTE and the National Internship Portal.</a:t>
            </a:r>
          </a:p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The offer letter states that the curriculum is provided by Google Cloud.</a:t>
            </a:r>
          </a:p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Learning combines structured weekly modules, assessments, assignments where required, and a final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EAB2A"/>
                </a:solidFill>
              </a:defRPr>
            </a:pPr>
            <a:r>
              <a:t>LEARNING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834"/>
                </a:solidFill>
              </a:defRPr>
            </a:pPr>
            <a:r>
              <a:t>Why Generative AI Needs Structured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834"/>
                </a:solidFill>
              </a:defRPr>
            </a:pPr>
            <a:r>
              <a:t>• Generative AI combines rapidly evolving concepts such as large language models, multimodality and AI agents.</a:t>
            </a:r>
          </a:p>
          <a:p>
            <a:pPr>
              <a:spcAft>
                <a:spcPts val="1200"/>
              </a:spcAft>
              <a:defRPr sz="1800">
                <a:solidFill>
                  <a:srgbClr val="222834"/>
                </a:solidFill>
              </a:defRPr>
            </a:pPr>
            <a:r>
              <a:t>• Students need practical exposure to prompt engineering, model concepts, retrieval and deployment workflows.</a:t>
            </a:r>
          </a:p>
          <a:p>
            <a:pPr>
              <a:spcAft>
                <a:spcPts val="1200"/>
              </a:spcAft>
              <a:defRPr sz="1800">
                <a:solidFill>
                  <a:srgbClr val="222834"/>
                </a:solidFill>
              </a:defRPr>
            </a:pPr>
            <a:r>
              <a:t>• Responsible AI must be considered alongside technical development.</a:t>
            </a:r>
          </a:p>
          <a:p>
            <a:pPr>
              <a:spcAft>
                <a:spcPts val="1200"/>
              </a:spcAft>
              <a:defRPr sz="1800">
                <a:solidFill>
                  <a:srgbClr val="222834"/>
                </a:solidFill>
              </a:defRPr>
            </a:pPr>
            <a:r>
              <a:t>• A week-wise curriculum provides a structured path from fundamentals to advanced developer topics.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EAB2A"/>
                </a:solidFill>
              </a:defRPr>
            </a:pPr>
            <a:r>
              <a:t>PROGRAM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834"/>
                </a:solidFill>
              </a:defRPr>
            </a:pPr>
            <a:r>
              <a:t>What the Internship Set Out to Teach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Understand generative AI and large language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128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Develop prompts and explore multimodal techniques.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Responsible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2128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Learn responsible and ethical AI principles.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76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Modern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702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Study attention, transformers and diffusion models.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118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36118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776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RAG &amp;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2702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Explore embeddings and multimodal RAG with Gemini.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6118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1040" y="36118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3776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MLOps &amp;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2702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Understand Vertex AI MLOps and AI-agent workflows.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EAB2A"/>
                </a:solidFill>
              </a:defRPr>
            </a:pPr>
            <a:r>
              <a:t>TECHNOLOGIES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834"/>
                </a:solidFill>
              </a:defRPr>
            </a:pPr>
            <a:r>
              <a:t>The Toolkit Behind the Internship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Google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Cloud platform referenced by the curriculum.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73152" cy="1691640"/>
          </a:xfrm>
          <a:prstGeom prst="rect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Vertex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128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Platform used in the curriculum for multimodal AI and MLOps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7190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2128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Generative AI model family used for multimodal RAG topics.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11880"/>
            <a:ext cx="73152" cy="1691640"/>
          </a:xfrm>
          <a:prstGeom prst="rect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776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Transformers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702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Attention and encoder–decoder architecture.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118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3611880"/>
            <a:ext cx="73152" cy="169164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776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Embeddings &amp;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2702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Representations and retrieval-augmented generation.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611880"/>
            <a:ext cx="35204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21040" y="3611880"/>
            <a:ext cx="73152" cy="1691640"/>
          </a:xfrm>
          <a:prstGeom prst="rect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3776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3169"/>
                </a:solidFill>
              </a:defRPr>
            </a:pPr>
            <a:r>
              <a:t>AI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427024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D"/>
                </a:solidFill>
              </a:defRPr>
            </a:pPr>
            <a:r>
              <a:t>Generative AI applications that transform workflows.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EAB2A"/>
                </a:solidFill>
              </a:defRPr>
            </a:pPr>
            <a:r>
              <a:t>CONCEPTUAL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834"/>
                </a:solidFill>
              </a:defRPr>
            </a:pPr>
            <a:r>
              <a:t>From Prompt to AI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417320"/>
            <a:ext cx="6675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71800" y="149047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169"/>
                </a:solidFill>
              </a:defRPr>
            </a:pPr>
            <a:r>
              <a:t>Input /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49047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</a:defRPr>
            </a:pPr>
            <a:r>
              <a:t>Text and multimodal 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167128"/>
            <a:ext cx="6675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22402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169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24028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</a:defRPr>
            </a:pPr>
            <a:r>
              <a:t>Generative models and LLM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916936"/>
            <a:ext cx="6675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71800" y="299008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169"/>
                </a:solidFill>
              </a:defRPr>
            </a:pPr>
            <a:r>
              <a:t>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90088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</a:defRPr>
            </a:pPr>
            <a:r>
              <a:t>Embeddings + multimodal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666744"/>
            <a:ext cx="6675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373989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169"/>
                </a:solidFill>
              </a:defRPr>
            </a:pPr>
            <a:r>
              <a:t>Responsible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739896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</a:defRPr>
            </a:pPr>
            <a:r>
              <a:t>Safety, ethics and responsible practices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416552"/>
            <a:ext cx="6675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448970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169"/>
                </a:solidFill>
              </a:defRPr>
            </a:pPr>
            <a: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489704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</a:defRPr>
            </a:pPr>
            <a:r>
              <a:t>Vertex AI + MLOps concepts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166359"/>
            <a:ext cx="6675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52395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F3169"/>
                </a:solidFill>
              </a:defRPr>
            </a:pPr>
            <a: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523951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D"/>
                </a:solidFill>
              </a:defRPr>
            </a:pPr>
            <a:r>
              <a:t>Generative AI apps and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EAB2A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834"/>
                </a:solidFill>
              </a:defRPr>
            </a:pPr>
            <a:r>
              <a:t>The 8-Week Learning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58952" y="1673351"/>
            <a:ext cx="438912" cy="438912"/>
          </a:xfrm>
          <a:prstGeom prst="ellipse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0992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7592" y="1673351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169"/>
                </a:solidFill>
              </a:defRPr>
            </a:pPr>
            <a:r>
              <a:t>Introduction to Generative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Gen AI, LLMs, use cases, prompt tuning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39312" y="1673351"/>
            <a:ext cx="438912" cy="438912"/>
          </a:xfrm>
          <a:prstGeom prst="ellipse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70992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1673351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169"/>
                </a:solidFill>
              </a:defRPr>
            </a:pPr>
            <a:r>
              <a:t>Introduction to Generative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Responsible AI and ethical principles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19672" y="1673351"/>
            <a:ext cx="438912" cy="438912"/>
          </a:xfrm>
          <a:prstGeom prst="ellipse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70992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673351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169"/>
                </a:solidFill>
              </a:defRPr>
            </a:pPr>
            <a:r>
              <a:t>Introduction to Generative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2860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Prompt engineering, image analysis, multimodal techniques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50876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400032" y="1673351"/>
            <a:ext cx="438912" cy="438912"/>
          </a:xfrm>
          <a:prstGeom prst="ellipse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170992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8672" y="1673351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169"/>
                </a:solidFill>
              </a:defRPr>
            </a:pPr>
            <a:r>
              <a:t>Generative AI for Developers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28600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Diffusion, attention, encoder–decoder, transformers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65760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58952" y="3822191"/>
            <a:ext cx="438912" cy="438912"/>
          </a:xfrm>
          <a:prstGeom prst="ellipse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85876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7592" y="3822191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169"/>
                </a:solidFill>
              </a:defRPr>
            </a:pPr>
            <a:r>
              <a:t>Generative AI for Developers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348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Captioning, embeddings, multimodal RAG with Gemini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365760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639312" y="3822191"/>
            <a:ext cx="438912" cy="438912"/>
          </a:xfrm>
          <a:prstGeom prst="ellipse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9312" y="385876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87952" y="3822191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169"/>
                </a:solidFill>
              </a:defRPr>
            </a:pPr>
            <a:r>
              <a:t>Generative AI for Developers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4348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Responsible AI and MLOps using Vertex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365760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519672" y="3822191"/>
            <a:ext cx="438912" cy="438912"/>
          </a:xfrm>
          <a:prstGeom prst="ellipse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9672" y="385876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3822191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169"/>
                </a:solidFill>
              </a:defRPr>
            </a:pPr>
            <a:r>
              <a:t>Generative AI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4348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Generative AI beyond chatbots and business applications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3657600"/>
            <a:ext cx="25603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400032" y="3822191"/>
            <a:ext cx="438912" cy="438912"/>
          </a:xfrm>
          <a:prstGeom prst="ellipse">
            <a:avLst/>
          </a:prstGeom>
          <a:solidFill>
            <a:srgbClr val="1F3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00032" y="3858768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48672" y="3822191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3169"/>
                </a:solidFill>
              </a:defRPr>
            </a:pPr>
            <a:r>
              <a:t>Generative AI Leader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44348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07D"/>
                </a:solidFill>
              </a:defRPr>
            </a:pPr>
            <a:r>
              <a:t>Generative AI apps and AI agents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EAB2A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2834"/>
                </a:solidFill>
              </a:defRPr>
            </a:pPr>
            <a:r>
              <a:t>Assessment &amp; Completion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Weekly assessments are used to track progress and understanding.</a:t>
            </a:r>
          </a:p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Certain modules require project documentation and assignments.</a:t>
            </a:r>
          </a:p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The final week includes a Final Assessment Test.</a:t>
            </a:r>
          </a:p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The final grade is based on overall performance, including weekly assessments, project submissions and the final test.</a:t>
            </a:r>
          </a:p>
          <a:p>
            <a:pPr>
              <a:spcAft>
                <a:spcPts val="1200"/>
              </a:spcAft>
              <a:defRPr sz="1700">
                <a:solidFill>
                  <a:srgbClr val="222834"/>
                </a:solidFill>
              </a:defRPr>
            </a:pPr>
            <a:r>
              <a:t>• The offer letter states that a Virtual Internship Certificate is awarded upon successful completion of the required steps.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202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F316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154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22834"/>
                </a:solidFill>
              </a:defRPr>
            </a:pPr>
            <a:r>
              <a:t>Prince Kumar Khatri</a:t>
            </a:r>
          </a:p>
          <a:p>
            <a:pPr algn="ctr">
              <a:defRPr sz="1500">
                <a:solidFill>
                  <a:srgbClr val="69707D"/>
                </a:solidFill>
              </a:defRPr>
            </a:pPr>
            <a:r>
              <a:t>Roll No. 2410030684  |  IILM University, Greater Noida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9707D"/>
                </a:solidFill>
              </a:defRPr>
            </a:pPr>
            <a:r>
              <a:t>Google Cloud Generative AI Virtual Internship • Prince Kumar Khatri</a:t>
            </a:r>
          </a:p>
          <a:p>
            <a:pPr algn="r">
              <a:defRPr sz="900">
                <a:solidFill>
                  <a:srgbClr val="69707D"/>
                </a:solidFill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382512"/>
            <a:ext cx="11292840" cy="22860"/>
          </a:xfrm>
          <a:prstGeom prst="rect">
            <a:avLst/>
          </a:prstGeom>
          <a:solidFill>
            <a:srgbClr val="DEA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715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prince kumar khatri</cp:lastModifiedBy>
  <cp:revision>2</cp:revision>
  <dcterms:created xsi:type="dcterms:W3CDTF">2013-01-27T09:14:16Z</dcterms:created>
  <dcterms:modified xsi:type="dcterms:W3CDTF">2026-08-29T13:04:29Z</dcterms:modified>
  <cp:category/>
</cp:coreProperties>
</file>